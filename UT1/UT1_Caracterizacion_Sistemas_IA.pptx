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372A7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F2A93B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A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APRENDIZAJE AUTOMÁTICO · 2026-2027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Caracterización de Sistemas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Inteligencia Artificial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091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Antes de escribir una línea de Python, un mapa de qué es —y qué no es— la IA hoy.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UNIDAD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ver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41C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739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Inteligencia Artificial?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214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breve panorama histórico hasta 2026.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241C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426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débil vs. IA fuerte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900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distinción que más se confunde — y por qué importa.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241C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5112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reales, por sector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58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ya la IA, aunque no la veamos.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241C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799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vs. conciencia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727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debate que separa la ciencia de la ciencia ficción.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241C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2486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y sociedad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5961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Moral, ética, y el dilema del algoritmo de recomendaciones.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i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“Habilidad para aprender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i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resolver problemas,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i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llevada a cabo por una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i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o software.”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822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228600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algoritmos con el propósito de crear máquinas que presenten capacidades asociadas a la inteligencia humana.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recibe datos (ya preparados o recopilados), los procesa y responde a ellos.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 aprender de la experiencia, resolver problemas, tomar decisiones, reconocer patrones, comprender lenguaje natural, percibir el entorno.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PANORAMA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sistemas expertos a los agentes: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27632" y="2880360"/>
            <a:ext cx="8631936" cy="0"/>
          </a:xfrm>
          <a:prstGeom prst="line">
            <a:avLst/>
          </a:prstGeom>
          <a:noFill/>
          <a:ln w="25400">
            <a:solidFill>
              <a:srgbClr val="DCD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7048" y="2779776"/>
            <a:ext cx="201168" cy="201168"/>
          </a:xfrm>
          <a:prstGeom prst="ellipse">
            <a:avLst/>
          </a:prstGeom>
          <a:solidFill>
            <a:srgbClr val="241C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10312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1950s-80s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546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simbólica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538728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escritas a mano, dominios muy acotados.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85032" y="2779776"/>
            <a:ext cx="201168" cy="201168"/>
          </a:xfrm>
          <a:prstGeom prst="ellipse">
            <a:avLst/>
          </a:prstGeom>
          <a:solidFill>
            <a:srgbClr val="241C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52344" y="210312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52344" y="31546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Boom del ML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52344" y="3538728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aprenden patrones en vez de seguir reglas.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43016" y="2779776"/>
            <a:ext cx="201168" cy="201168"/>
          </a:xfrm>
          <a:prstGeom prst="ellipse">
            <a:avLst/>
          </a:prstGeom>
          <a:solidFill>
            <a:srgbClr val="241C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10328" y="210312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2017-2022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10328" y="31546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 y LLMs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538728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y BERT generan lenguaje con fluidez inédita.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01000" y="2779776"/>
            <a:ext cx="201168" cy="201168"/>
          </a:xfrm>
          <a:prstGeom prst="ellipse">
            <a:avLst/>
          </a:prstGeom>
          <a:solidFill>
            <a:srgbClr val="241C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68312" y="210312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31546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conversacional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68312" y="3538728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y similares, integrados en el día a día.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158984" y="2779776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26296" y="210312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hoy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1546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agente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3538728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ejecutan tareas de varios pasos por sí mismos.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Machine Learning no es sinónimo de IA: es la técnica que hace posible casi todo lo que llamamos “IA” en 2026.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2A78">
              <a:alpha val="7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6C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la IA que existe hoy…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IA débil.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fuerte sigue siendo, por ahora, un objetivo de investigación — no una realidad.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débil vs. IA fuerte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DÉBIL (ACOTADA)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una tarea concreta, en un entorno acotado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razona: computa. Aprende a base de ejemplos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sencilla de construir y controlar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Límite: muy limitada fuera de su tarea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reconocer caras, jugar al ajedrez, un LLM respondiendo preguntas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48056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FUERTE (GENERAL)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6888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3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Igualaría la inteligencia humana en cualquier tarea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3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Comprendería, razonaría, tendría autoaprendizaje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3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puramente hipotética — no existe hoy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3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teóricos: validar una hipótesis científica original, escribir un libro con criterio propio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reales, por sector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508760"/>
          </a:xfrm>
          <a:prstGeom prst="rect">
            <a:avLst/>
          </a:prstGeom>
          <a:solidFill>
            <a:srgbClr val="FAF9FE"/>
          </a:solidFill>
          <a:ln w="12700">
            <a:solidFill>
              <a:srgbClr val="DCD4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Vida cotidiana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voz, chatbots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66160" cy="1508760"/>
          </a:xfrm>
          <a:prstGeom prst="rect">
            <a:avLst/>
          </a:prstGeom>
          <a:solidFill>
            <a:srgbClr val="FAF9FE"/>
          </a:solidFill>
          <a:ln w="12700">
            <a:solidFill>
              <a:srgbClr val="DCD4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Entretenimiento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y generación de contenido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66160" cy="1508760"/>
          </a:xfrm>
          <a:prstGeom prst="rect">
            <a:avLst/>
          </a:prstGeom>
          <a:solidFill>
            <a:srgbClr val="241C4F"/>
          </a:solidFill>
          <a:ln w="12700">
            <a:solidFill>
              <a:srgbClr val="DCD4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finanzas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facial, detección de fraude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66160" cy="1508760"/>
          </a:xfrm>
          <a:prstGeom prst="rect">
            <a:avLst/>
          </a:prstGeom>
          <a:solidFill>
            <a:srgbClr val="FAF9FE"/>
          </a:solidFill>
          <a:ln w="12700">
            <a:solidFill>
              <a:srgbClr val="DCD4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y transporte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asistido, vehículos autónomos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383280"/>
            <a:ext cx="3566160" cy="1508760"/>
          </a:xfrm>
          <a:prstGeom prst="rect">
            <a:avLst/>
          </a:prstGeom>
          <a:solidFill>
            <a:srgbClr val="FAF9FE"/>
          </a:solidFill>
          <a:ln w="12700">
            <a:solidFill>
              <a:srgbClr val="DCD4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predictivo, control de calidad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383280"/>
            <a:ext cx="3566160" cy="1508760"/>
          </a:xfrm>
          <a:prstGeom prst="rect">
            <a:avLst/>
          </a:prstGeom>
          <a:solidFill>
            <a:srgbClr val="FAF9FE"/>
          </a:solidFill>
          <a:ln w="12700">
            <a:solidFill>
              <a:srgbClr val="DCD4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 digital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automática, detección de anomalías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vs. conciencia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Confundirlas es la raíz de buena parte de la ciencia ficción sobre 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416052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Razonar, planificar, resolver problemas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de la experiencia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Adaptarse a situaciones nuevas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máquinas SÍ la demuestran, en tareas acotadas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49240" cy="4160520"/>
          </a:xfrm>
          <a:prstGeom prst="rect">
            <a:avLst/>
          </a:prstGeom>
          <a:solidFill>
            <a:srgbClr val="FAF9FE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CONCIENCIA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432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de la propia existencia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Percepción, pensamientos y emociones propias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siendo un debate filosófico abierto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máquina actual la ha demostrado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Moral vs. ética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y principios establecidos por la sociedad. Fuerte componente colectivo: depende de lo que la mayoría considera correcto.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IA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77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sesgos en algoritmos de selección de personal.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480560"/>
          </a:xfrm>
          <a:prstGeom prst="rect">
            <a:avLst/>
          </a:prstGeom>
          <a:solidFill>
            <a:srgbClr val="FAF9FE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3774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Juicio personal y reflexivo sobre actuar bien o mal, basado en justicia, equidad o valores universales — más allá de lo que dice la sociedad.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0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IA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977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algoritmo debe maximizar el enganche aunque perjudique a un menor.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DILEMA ÉTICO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algoritmo de recomendación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566160"/>
          </a:xfrm>
          <a:prstGeom prst="rect">
            <a:avLst/>
          </a:prstGeom>
          <a:solidFill>
            <a:srgbClr val="372A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3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el tiempo en la app, sea cual sea el contenido que lo consiga.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2286000"/>
            <a:ext cx="5212080" cy="3566160"/>
          </a:xfrm>
          <a:prstGeom prst="rect">
            <a:avLst/>
          </a:prstGeom>
          <a:solidFill>
            <a:srgbClr val="372A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B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3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ese contenido, aunque baje el tiempo de uso y los ingresos.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035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red social descubre que ese contenido engancha más a una usuaria de 16 años. Nadie lo revisa caso por caso — ¿quién responde: la empresa, el equipo técnico, o nadie?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desafíos que acompañan a la 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5661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Empleo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automatización amenaza puestos de trabajo, o libera tiempo para tareas creativas?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3566160"/>
          </a:xfrm>
          <a:prstGeom prst="rect">
            <a:avLst/>
          </a:prstGeom>
          <a:solidFill>
            <a:srgbClr val="241C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832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modelo se equivoca, ¿quién responde: programador, usuario o herramienta?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66160" cy="3566160"/>
          </a:xfrm>
          <a:prstGeom prst="rect">
            <a:avLst/>
          </a:prstGeom>
          <a:solidFill>
            <a:srgbClr val="EDE9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2A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humana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3832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lugar queremos que ocupe la tecnología en nuestra vida cotidiana?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sin respuesta absoluta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874520"/>
          </a:xfrm>
          <a:prstGeom prst="rect">
            <a:avLst/>
          </a:prstGeom>
          <a:solidFill>
            <a:srgbClr val="FAF9FE"/>
          </a:solidFill>
          <a:ln w="12700">
            <a:solidFill>
              <a:srgbClr val="DCD4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¿Las máquinas piensan?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Computan de forma muy sofisticada, sin comprensión subjetiva conocida.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257800" cy="1874520"/>
          </a:xfrm>
          <a:prstGeom prst="rect">
            <a:avLst/>
          </a:prstGeom>
          <a:solidFill>
            <a:srgbClr val="FAF9FE"/>
          </a:solidFill>
          <a:ln w="12700">
            <a:solidFill>
              <a:srgbClr val="DCD4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¿Las máquinas sienten?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4688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evidencia. Simulan respuestas emocionales muy convincentes.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257800" cy="1874520"/>
          </a:xfrm>
          <a:prstGeom prst="rect">
            <a:avLst/>
          </a:prstGeom>
          <a:solidFill>
            <a:srgbClr val="FAF9FE"/>
          </a:solidFill>
          <a:ln w="12700">
            <a:solidFill>
              <a:srgbClr val="DCD4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¿Pueden tener conciencia?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una pregunta filosófica abierta, no de ingeniería resuelta.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931920"/>
            <a:ext cx="5257800" cy="1874520"/>
          </a:xfrm>
          <a:prstGeom prst="rect">
            <a:avLst/>
          </a:prstGeom>
          <a:solidFill>
            <a:srgbClr val="FAF9FE"/>
          </a:solidFill>
          <a:ln w="12700">
            <a:solidFill>
              <a:srgbClr val="DCD4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¿Acabará con trabajos?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6177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transforma muchos. La pregunta real es cómo gestionamos la transición.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UT1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372A78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VIENE: UT2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Dejamos la filosofía.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Empieza el código.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UT2: sistemas de aprendizaje automático, su clasificación (supervisado / no supervisado / refuerzo), y las primeras líneas de Python con Pandas, NumPy y Scikit-learn.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Sistemas de Aprendizaje Automático · IES Albarregas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2026-09-09T13:53:22Z</dcterms:created>
  <dcterms:modified xsi:type="dcterms:W3CDTF">2026-09-09T13:53:22Z</dcterms:modified>
</cp:coreProperties>
</file>